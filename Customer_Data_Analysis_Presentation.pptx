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39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4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92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9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5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96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5422" y="2502309"/>
            <a:ext cx="8300012" cy="943897"/>
          </a:xfrm>
        </p:spPr>
        <p:txBody>
          <a:bodyPr>
            <a:normAutofit fontScale="90000"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DATAMITES -INTERNSHIP</a:t>
            </a:r>
            <a:endParaRPr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528" y="4476894"/>
            <a:ext cx="7543800" cy="1143000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PRDA-05 CUSTOMER DATA ANALYSIS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ID: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PTID-CDA-DEC-25-1035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BY: 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RAKSHITA S A</a:t>
            </a:r>
            <a:endParaRPr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3A247-A225-284E-B38F-CDAB5642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603" y="43563"/>
            <a:ext cx="2470793" cy="28561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1000 transactions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 Age, Gender, Category, Quantity, Price, Payment Method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 No missing values or duplicates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0C87F-953D-4E16-342D-0D8186E4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01264" y="1069346"/>
            <a:ext cx="658761" cy="668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2.37 Million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Units Sold: 2981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1000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Transactions: 1000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 Category: Clothing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B30E6-E094-B2E4-0070-6E17DA8FB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79" y="1737361"/>
            <a:ext cx="2261760" cy="226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4712602" cy="4023360"/>
          </a:xfrm>
        </p:spPr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contribute higher revenue and unit sales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 28–47 shows the highest shopping activity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Middle-aged customers have stronger purchasing power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AA1F9-7D80-424E-0913-EA97E34E2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18" y="1845734"/>
            <a:ext cx="2832031" cy="24657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4565118" cy="4023360"/>
          </a:xfrm>
        </p:spPr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is the top-selling product category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Cosmetics and Food &amp; Beverage are the next popular categories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preference varies across gender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743B6-1DB0-14B4-76AE-E5DADBB8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148" y="1737361"/>
            <a:ext cx="2057892" cy="2008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801D4-20FD-BFFB-948D-723E90E1B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923" y="3868363"/>
            <a:ext cx="1512050" cy="1512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4AD66-3B2E-D306-67F4-48DB7197C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5344" y="5120639"/>
            <a:ext cx="1163857" cy="1163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15997B-B203-A864-F172-7FC41BFFD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828" y="4946743"/>
            <a:ext cx="1511650" cy="1511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4761764" cy="4023360"/>
          </a:xfrm>
        </p:spPr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payments dominate over cash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customers prefer digital payment methods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usage varies by product category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20BBA-D5A2-C28F-DAE8-E9D35D910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15" y="1845734"/>
            <a:ext cx="1927464" cy="1927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0B757-E8B6-1A92-B0D2-760A235C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0" y="4579372"/>
            <a:ext cx="1612832" cy="16128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F6205-0973-6E2E-E705-3FCAA8A5C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155" y="4705875"/>
            <a:ext cx="2023017" cy="1348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4319312" cy="4023360"/>
          </a:xfrm>
        </p:spPr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on age group 28–47 for higher ROI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inventory for top-selling categories like Clothing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digital payments with offers and cashback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targeted campaigns based on gender and category preferences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F35EB-E537-3BAC-6D7C-0DE98DE7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521" y="1845734"/>
            <a:ext cx="2232042" cy="20871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0D59CD-0491-140E-2B87-238C9ADC6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779"/>
            <a:ext cx="9144000" cy="5134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BC1AF2-6D3D-7C46-3F37-A4FDDC1FB307}"/>
              </a:ext>
            </a:extLst>
          </p:cNvPr>
          <p:cNvSpPr txBox="1"/>
          <p:nvPr/>
        </p:nvSpPr>
        <p:spPr>
          <a:xfrm>
            <a:off x="501445" y="167148"/>
            <a:ext cx="8141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 – KPIs &amp; Gender Insights</a:t>
            </a:r>
          </a:p>
        </p:txBody>
      </p:sp>
    </p:spTree>
    <p:extLst>
      <p:ext uri="{BB962C8B-B14F-4D97-AF65-F5344CB8AC3E}">
        <p14:creationId xmlns:p14="http://schemas.microsoft.com/office/powerpoint/2010/main" val="199167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E80FA-540C-B827-0692-13BBF500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065"/>
            <a:ext cx="9144000" cy="51258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F5128D-AE42-0E64-EFAE-41E3C2929E5F}"/>
              </a:ext>
            </a:extLst>
          </p:cNvPr>
          <p:cNvSpPr txBox="1"/>
          <p:nvPr/>
        </p:nvSpPr>
        <p:spPr>
          <a:xfrm>
            <a:off x="1" y="157316"/>
            <a:ext cx="914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Dashboard – Age, Category &amp; Payment Insights</a:t>
            </a:r>
          </a:p>
        </p:txBody>
      </p:sp>
    </p:spTree>
    <p:extLst>
      <p:ext uri="{BB962C8B-B14F-4D97-AF65-F5344CB8AC3E}">
        <p14:creationId xmlns:p14="http://schemas.microsoft.com/office/powerpoint/2010/main" val="337596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0" cy="4023360"/>
          </a:xfrm>
        </p:spPr>
        <p:txBody>
          <a:bodyPr>
            <a:normAutofit/>
          </a:bodyPr>
          <a:lstStyle/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gives a complete view of customer behavior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support data-driven marketing and sales decisions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revenue and customer engagement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53631-71C4-5ED9-81A2-2139881E6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736631" y="4330522"/>
            <a:ext cx="1643343" cy="19922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784</TotalTime>
  <Words>224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Times New Roman</vt:lpstr>
      <vt:lpstr>Retrospect</vt:lpstr>
      <vt:lpstr>DATAMITES -INTERNSHIP</vt:lpstr>
      <vt:lpstr>Dataset Overview</vt:lpstr>
      <vt:lpstr>Key Business KPIs</vt:lpstr>
      <vt:lpstr>Customer Demographic Insights</vt:lpstr>
      <vt:lpstr>Product &amp; Category Insights</vt:lpstr>
      <vt:lpstr>Payment Method Insights</vt:lpstr>
      <vt:lpstr>Business Recommendations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rakshita SA</cp:lastModifiedBy>
  <cp:revision>4</cp:revision>
  <dcterms:created xsi:type="dcterms:W3CDTF">2013-01-27T09:14:16Z</dcterms:created>
  <dcterms:modified xsi:type="dcterms:W3CDTF">2025-12-27T10:59:05Z</dcterms:modified>
  <cp:category/>
</cp:coreProperties>
</file>